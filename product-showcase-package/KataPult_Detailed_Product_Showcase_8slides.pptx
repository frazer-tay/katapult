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custom_dr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habit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dem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