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Practice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WORKING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66928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KataPult: Bahasa Indo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A working prototype for short, structured Bahasa Indo revision.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9903" y="1078992"/>
            <a:ext cx="5486400" cy="4297680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0" y="1005840"/>
            <a:ext cx="54864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0" y="1005840"/>
            <a:ext cx="54864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1" y="1115568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115568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65392" y="1115568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1887855"/>
            <a:ext cx="5285232" cy="28628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5216" y="5650992"/>
            <a:ext cx="10917936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89788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Relevant Bahasa Indo learning materials centralised into one practice companion.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PREPARATION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492240" cy="1536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The hard part was not finding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content. It was restarting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Learners had notes, screenshots, online references, recall packs and generated practice material, but no clear place to continue after a break.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3493008"/>
            <a:ext cx="52120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3639312"/>
            <a:ext cx="36576" cy="329184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65760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No clear 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931920"/>
            <a:ext cx="4800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Each session started with deciding what to revise.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4279392"/>
            <a:ext cx="52120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4425696"/>
            <a:ext cx="36576" cy="329184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443983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Weak areas were hard to isolate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718304"/>
            <a:ext cx="4800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Imbuhan, persamaan and formal writing need repeated practice.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5065776"/>
            <a:ext cx="52120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5212080"/>
            <a:ext cx="36576" cy="329184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230368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Progress was hard to 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504688"/>
            <a:ext cx="4800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Attempts, mistakes and return points were not easy to track.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335024"/>
            <a:ext cx="4096512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159105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Scattered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90195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•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08483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• Screenshots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26771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• Online 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24505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• Recall packs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63347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• Generated practice material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0" y="2907792"/>
            <a:ext cx="0" cy="493776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86600" y="3493008"/>
            <a:ext cx="4096512" cy="585216"/>
          </a:xfrm>
          <a:prstGeom prst="roundRect">
            <a:avLst/>
          </a:prstGeom>
          <a:solidFill>
            <a:srgbClr val="F9F8F4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374903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"Where do I continue?"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0" y="4133087"/>
            <a:ext cx="0" cy="484633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86600" y="4709160"/>
            <a:ext cx="4096512" cy="585216"/>
          </a:xfrm>
          <a:prstGeom prst="roundRect">
            <a:avLst/>
          </a:prstGeom>
          <a:solidFill>
            <a:srgbClr val="ECE8D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495604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Too much setup before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WHAT KATAPULT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58368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Scattered materials become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short practice 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KataPult centralises relevant learning materials in one place, then routes them into drills, tests, feedback and writing-support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54680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55264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38728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39312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Online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22776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Screenshots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07408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Recall packs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91456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Generated practice material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041648"/>
            <a:ext cx="82296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9392" y="3611880"/>
            <a:ext cx="30632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84048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7FAE2D"/>
                </a:solidFill>
                <a:latin typeface="Segoe UI"/>
              </a:rPr>
              <a:t>KataPult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151376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organises content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43800" y="4041648"/>
            <a:ext cx="73152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67344" y="3154680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3255264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Daily challenge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67344" y="3538728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3639312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Component drills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67344" y="3922776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2792" y="4023360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Custom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67344" y="4306824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4407408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Feedback explanations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67344" y="4690872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2792" y="4791456"/>
            <a:ext cx="2514600" cy="1097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Writing guides and examples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733288"/>
            <a:ext cx="10753344" cy="438912"/>
          </a:xfrm>
          <a:prstGeom prst="roundRect">
            <a:avLst/>
          </a:prstGeom>
          <a:solidFill>
            <a:srgbClr val="F9F8F4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934456"/>
            <a:ext cx="9875520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67085"/>
                </a:solidFill>
                <a:latin typeface="Segoe UI"/>
              </a:rPr>
              <a:t>Review note: AI-assisted practice items are flagged for human review before being treated as validated material.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Product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PRACTICE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39496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A simple loop keeps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 moving.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Learners can pick a module, practise briefly, understand the answer and return through daily challenge, XP or streaks.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133856"/>
            <a:ext cx="5349240" cy="2880360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3912" y="1060704"/>
            <a:ext cx="5349240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060704"/>
            <a:ext cx="534924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18504" y="1170431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1384" y="1170431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84264" y="1170431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-daily-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125" y="1426464"/>
            <a:ext cx="4574813" cy="247802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63056" y="4069080"/>
            <a:ext cx="155448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2784" y="4215384"/>
            <a:ext cx="36576" cy="9143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42336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18202B"/>
                </a:solidFill>
                <a:latin typeface="Segoe UI"/>
              </a:rPr>
              <a:t>Start a short drill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0416" y="4069080"/>
            <a:ext cx="155448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0144" y="4215384"/>
            <a:ext cx="36576" cy="91439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42336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18202B"/>
                </a:solidFill>
                <a:latin typeface="Segoe UI"/>
              </a:rPr>
              <a:t>Track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37776" y="4069080"/>
            <a:ext cx="155448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47503" y="4215384"/>
            <a:ext cx="36576" cy="9143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423367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18202B"/>
                </a:solidFill>
                <a:latin typeface="Segoe UI"/>
              </a:rPr>
              <a:t>Understand answers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4764024"/>
            <a:ext cx="36576" cy="82295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782312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Pick a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056631"/>
            <a:ext cx="1463039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Start with the area that needs 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91456"/>
            <a:ext cx="274320" cy="27432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882896"/>
            <a:ext cx="73152" cy="73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3784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53512" y="4764024"/>
            <a:ext cx="36576" cy="82295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18104" y="4782312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Practise briefly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8104" y="5056631"/>
            <a:ext cx="1463039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Use a daily challenge or focused test.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90088" y="4791456"/>
            <a:ext cx="274320" cy="27432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72384" y="4882896"/>
            <a:ext cx="73152" cy="73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2352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12080" y="4764024"/>
            <a:ext cx="36576" cy="82295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4782312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Get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5056631"/>
            <a:ext cx="1463039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Right/wrong + LLM explanation.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48656" y="4791456"/>
            <a:ext cx="274320" cy="27432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30952" y="4882896"/>
            <a:ext cx="73152" cy="73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70648" y="4764024"/>
            <a:ext cx="36576" cy="82295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4782312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Review mistakes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056631"/>
            <a:ext cx="1463039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Repeat missed items or continue.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07224" y="4791456"/>
            <a:ext cx="274320" cy="27432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4882896"/>
            <a:ext cx="73152" cy="73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19488" y="4617720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729216" y="4764024"/>
            <a:ext cx="36576" cy="82295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93808" y="4782312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Return later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93808" y="5056631"/>
            <a:ext cx="1463039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Use daily challenge, XP or streaks.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65792" y="4791456"/>
            <a:ext cx="274320" cy="27432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48088" y="4882896"/>
            <a:ext cx="73152" cy="73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FEATURE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Each component has a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specific learning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The app separates browsing, typed practice, recall, writing guides and focused tests so learners do not revise from one giant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788920"/>
            <a:ext cx="6473952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944368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944368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Meanings, examples and translations for core word building.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Imbuhan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3273552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Affix practice: apply prefixes, suffixes and word-form rules correctly.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3209544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" y="3602736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MCQ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602736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Synonym recognition through sentence-context questions.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538728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" y="3931920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Latihan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931920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Typed synonym practice with immediate feedback.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3867912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" y="4261104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4261104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Essay vocabulary, phrase banks and definitions for composition writing.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4197096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6384" y="4590288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Essay Recall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590288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Fast recall of openings, conclusions, examples and useful essay phrases.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4526279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" y="4919472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Surat Resmi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919472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Formal letter structure, tone, standard phrases and sample responses.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4855464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6384" y="5248656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Custom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5248656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Configurable drills for focused revision on selected components.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8952" y="5184648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" y="5577840"/>
            <a:ext cx="16916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5577840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Streaks, XP and levels that make return practice visible.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8952" y="5513831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71816" y="2148840"/>
            <a:ext cx="3886200" cy="3401568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16952" y="2075688"/>
            <a:ext cx="3886200" cy="3401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16952" y="2075688"/>
            <a:ext cx="38862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81544" y="2185416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964424" y="2185416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47304" y="2185416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3-imbuh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6" y="2943034"/>
            <a:ext cx="3685032" cy="1996059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616952" y="5532120"/>
            <a:ext cx="388620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26679" y="5678424"/>
            <a:ext cx="36576" cy="457199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91272" y="56967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Shown 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1272" y="5971031"/>
            <a:ext cx="3474720" cy="2377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Learner answers, checks feedback, and can read an LLM-generated explanation.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CURRENT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85800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Current state: useful enough to trial,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still early enough to improve.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The current numbers show coverage and informal trial use. Stronger learning claims should come after content review and usage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3154680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91840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7FAE2D"/>
                </a:solidFill>
                <a:latin typeface="Bahnschrift"/>
              </a:rPr>
              <a:t>1,554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21608"/>
            <a:ext cx="2642616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8202B"/>
                </a:solidFill>
                <a:latin typeface="Segoe UI"/>
              </a:rPr>
              <a:t>active drill-ready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5935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Vocabulary, imbuhan and persamaan question pool.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0208" y="3154680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40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1F6D78"/>
                </a:solidFill>
                <a:latin typeface="Bahnschrift"/>
              </a:rPr>
              <a:t>971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21608"/>
            <a:ext cx="2642616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8202B"/>
                </a:solidFill>
                <a:latin typeface="Segoe UI"/>
              </a:rPr>
              <a:t>current custom-test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5935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Custom Test currently covers imbuhan + persamaan.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4398264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35424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C88A2C"/>
                </a:solidFill>
                <a:latin typeface="Bahnschrift"/>
              </a:rPr>
              <a:t>10++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965192"/>
            <a:ext cx="2642616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8202B"/>
                </a:solidFill>
                <a:latin typeface="Segoe UI"/>
              </a:rPr>
              <a:t>early informal trial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202936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Enough early use to keep improving.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50208" y="4398264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4535424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7FAE2D"/>
                </a:solidFill>
                <a:latin typeface="Bahnschrift"/>
              </a:rPr>
              <a:t>Multiple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965192"/>
            <a:ext cx="2642616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8202B"/>
                </a:solidFill>
                <a:latin typeface="Segoe UI"/>
              </a:rPr>
              <a:t>practice modes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202936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Drills, recall, writing guides and tests.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71816" y="1792224"/>
            <a:ext cx="3886200" cy="2999232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16952" y="1719072"/>
            <a:ext cx="3886200" cy="2999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16952" y="1719072"/>
            <a:ext cx="38862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81544" y="1828800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64424" y="1828800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47304" y="1828800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6-tes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6" y="2385250"/>
            <a:ext cx="3685032" cy="1996059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85216" y="5705856"/>
            <a:ext cx="10917936" cy="475488"/>
          </a:xfrm>
          <a:prstGeom prst="roundRect">
            <a:avLst/>
          </a:prstGeom>
          <a:solidFill>
            <a:srgbClr val="F9F8F4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916168"/>
            <a:ext cx="9966960" cy="128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30" b="1">
                <a:solidFill>
                  <a:srgbClr val="667085"/>
                </a:solidFill>
                <a:latin typeface="Segoe UI"/>
              </a:rPr>
              <a:t>Footnote: These numbers describe content coverage and informal trial usage. Learning impact should be validated through future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NEXT REFINEMENT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731520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The app helps learners restart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 more easily.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It centralises relevant learning materials, gives learners a clear place to continue, and explains answers after practice.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3273552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3419856"/>
            <a:ext cx="36576" cy="950976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438144"/>
            <a:ext cx="2825496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Content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712464"/>
            <a:ext cx="2825496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Review collected items and generated explanations before treating them as validated material.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3273552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8264" y="3419856"/>
            <a:ext cx="36576" cy="950976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3438144"/>
            <a:ext cx="2825496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User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3712464"/>
            <a:ext cx="2825496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Collect what learners find useful, confusing or missing during real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3273552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3" y="3419856"/>
            <a:ext cx="36576" cy="950976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3438144"/>
            <a:ext cx="2825496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Iterative refinement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712464"/>
            <a:ext cx="2825496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Use feedback and usage patterns to improve the most-used modules first.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5257800"/>
            <a:ext cx="10917936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532120"/>
            <a:ext cx="1014984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8202B"/>
                </a:solidFill>
                <a:latin typeface="Segoe UI"/>
              </a:rPr>
              <a:t>KataPult should keep improving through continuous user feedback, content review and small product refinements based on real practice behaviour.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