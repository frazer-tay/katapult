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Practice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6692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KataPult: Bahasa Indo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A working prototype for short, structured Bahasa Indo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060704"/>
            <a:ext cx="5522976" cy="4315968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16752" y="987552"/>
            <a:ext cx="5522976" cy="4315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522976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09728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64224" y="109728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47104" y="109728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1868804"/>
            <a:ext cx="5321807" cy="288264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650992"/>
            <a:ext cx="10917936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89788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Bahasa Indo learning materials centralised into one practice companion.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6294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629400" cy="1536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100" b="0">
                <a:solidFill>
                  <a:srgbClr val="18202B"/>
                </a:solidFill>
                <a:latin typeface="Bahnschrift"/>
              </a:rPr>
              <a:t>The hard part was not finding</a:t>
            </a:r>
            <a:br/>
            <a:r>
              <a:rPr sz="3100" b="0">
                <a:solidFill>
                  <a:srgbClr val="18202B"/>
                </a:solidFill>
                <a:latin typeface="Bahnschrift"/>
              </a:rPr>
              <a:t>content. It was gathering relevant</a:t>
            </a:r>
            <a:br/>
            <a:r>
              <a:rPr sz="3100" b="0">
                <a:solidFill>
                  <a:srgbClr val="18202B"/>
                </a:solidFill>
                <a:latin typeface="Bahnschrift"/>
              </a:rPr>
              <a:t>materials for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66294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had notes, screenshots, online references and generated practice material, but no centralised place to learn in a bite-sized manner.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0195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- Study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21214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-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34086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- Online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56032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- Generated practice 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335024"/>
            <a:ext cx="4096512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5910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Scattered inputs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2788920"/>
            <a:ext cx="0" cy="612648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86600" y="3493008"/>
            <a:ext cx="4096512" cy="585216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3749039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"Where do I start?"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4133087"/>
            <a:ext cx="0" cy="484633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4709160"/>
            <a:ext cx="4096512" cy="585216"/>
          </a:xfrm>
          <a:prstGeom prst="roundRect">
            <a:avLst/>
          </a:prstGeom>
          <a:solidFill>
            <a:srgbClr val="ECE8D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9560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Too much setup before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977639"/>
            <a:ext cx="52120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4123944"/>
            <a:ext cx="36576" cy="3657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142231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Weak areas were hard to isolate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16552"/>
            <a:ext cx="4800600" cy="1463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Imbuhan, persamaan and formal writing need repeated practice.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800600"/>
            <a:ext cx="521208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4946904"/>
            <a:ext cx="36576" cy="3657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65192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Progress was hard to 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239512"/>
            <a:ext cx="4800600" cy="1463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Attempts and mistakes were not easy to 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WHAT KATAPULT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5836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Scattered materials become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short practice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KataPult centralises relevant learning materials in one place, then routes them into drills, tests, answer feedback and writing-support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38728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Online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22776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Recall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91456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Generated practice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041648"/>
            <a:ext cx="82296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9392" y="3611880"/>
            <a:ext cx="30632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8404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Segoe UI"/>
              </a:rPr>
              <a:t>KataPult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organises content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4041648"/>
            <a:ext cx="73152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67344" y="3154680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3255264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3538728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3639312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Component drills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922776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4023360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Custom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306824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4407408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Answer feedback and explanations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4690872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4791456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Writing guides and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Product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PRACTICE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07492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A simple loop keeps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accessible.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can pick a module, practise briefly, see right-or-wrong feedback with an AI-assisted explanation, then return through daily challenge, XP or streaks.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060704"/>
            <a:ext cx="6355080" cy="4425696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8928" y="987552"/>
            <a:ext cx="6355080" cy="44256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38928" y="987552"/>
            <a:ext cx="635508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09728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09728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09728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-imbuhan-explanation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698307"/>
            <a:ext cx="6153912" cy="333336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248656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" y="5394960"/>
            <a:ext cx="36576" cy="4937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13248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Pick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87568"/>
            <a:ext cx="1920239" cy="2743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Segoe UI"/>
              </a:rPr>
              <a:t>Start with a weak area.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5248656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83864" y="5394960"/>
            <a:ext cx="36576" cy="493776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5413248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Practise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5687568"/>
            <a:ext cx="1920239" cy="2743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Segoe UI"/>
              </a:rPr>
              <a:t>Answer a short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5" y="5248656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3" y="5394960"/>
            <a:ext cx="36576" cy="493776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5" y="5413248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Understand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5687568"/>
            <a:ext cx="1920239" cy="2743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Segoe UI"/>
              </a:rPr>
              <a:t>Feedback + AI explanation.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5248656"/>
            <a:ext cx="23317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1703" y="5394960"/>
            <a:ext cx="36576" cy="4937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5413248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Return later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5687568"/>
            <a:ext cx="1920239" cy="2743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Segoe UI"/>
              </a:rPr>
              <a:t>XP, streaks and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Component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COMPONENT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component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specific learning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app separates browsing, typed practice, recall, writing guides and focused tests so learners do not revise from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88920"/>
            <a:ext cx="1078992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944368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944368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Meanings, examples and translations for core word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273552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Affix practice: apply prefixes, suffixes and word-form rules correctly.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209544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3602736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MCQ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60273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Synonym recognition through sentence-context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538728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393192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Latihan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3931920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Typed synonym practice with immediate feedback.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3867912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4261104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261104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Essay vocabulary, phrase banks and definitions for composition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197096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4590288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Essay Recall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4590288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Fast recall of openings, conclusions, examples and useful essay phrases.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526279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4919472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4919472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Formal letter structure, tone, standard phrases and sample responses.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4855464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248656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Custom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5248656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Configurable drills for focused revision on selected components.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5184648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577840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5577840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Streaks, XP and levels that make return practice visible.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2" y="5513831"/>
            <a:ext cx="1039672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CURRENT PROGRESS &amp; FUTURE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Current state: trialling with users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and collecting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current numbers show content coverage and early informal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4320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80360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C88A2C"/>
                </a:solidFill>
                <a:latin typeface="Bahnschrift"/>
              </a:rPr>
              <a:t>10++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10128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early informal trial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4787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Enough early use to keep improving.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3904" y="274320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880360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310128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active drill-ready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354787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Vocabulary, imbuhan and persamaan question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490472"/>
            <a:ext cx="3566160" cy="265176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0416" y="1417320"/>
            <a:ext cx="356616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0416" y="1417320"/>
            <a:ext cx="356616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5008" y="1527048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1527048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1527048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96440"/>
            <a:ext cx="3364991" cy="182270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85216" y="4315968"/>
            <a:ext cx="32369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4462272"/>
            <a:ext cx="36576" cy="932688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480559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Content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754879"/>
            <a:ext cx="2825496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Review collected items and generated explanations before treating them as validated material.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4315968"/>
            <a:ext cx="32369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98264" y="4462272"/>
            <a:ext cx="36576" cy="932688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5" y="4480559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User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4754879"/>
            <a:ext cx="2825496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Collect what learners find useful, confusing or missing during real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4315968"/>
            <a:ext cx="32369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3" y="4462272"/>
            <a:ext cx="36576" cy="932688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4480559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Iterative refinement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754879"/>
            <a:ext cx="2825496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 feedback and usage patterns to improve the most-used modules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