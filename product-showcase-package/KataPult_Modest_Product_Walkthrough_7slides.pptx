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learning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produc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feature_walk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urren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