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7"/>
  </p:sldMasterIdLst>
  <p:sldIdLst>
    <p:sldId id="256" r:id="rId1"/>
    <p:sldId id="257" r:id="rId2"/>
    <p:sldId id="258" r:id="rId3"/>
    <p:sldId id="259" r:id="rId4"/>
    <p:sldId id="260" r:id="rId5"/>
    <p:sldId id="261" r:id="rId6"/>
  </p:sldIdLst>
  <p:sldSz cx="12191999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slide01.png"/><Relationship Id="rId100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slide02.png"/><Relationship Id="rId100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slide03.png"/><Relationship Id="rId100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slide04.png"/><Relationship Id="rId100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../media/slide05.png"/><Relationship Id="rId100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slide06.png"/><Relationship Id="rId100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Render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Render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Render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Render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Render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Render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ataPult Product">
  <a:themeElements>
    <a:clrScheme name="KataPult Product">
      <a:dk1>
        <a:srgbClr val="0B1026"/>
      </a:dk1>
      <a:lt1>
        <a:srgbClr val="FFFFFF"/>
      </a:lt1>
      <a:accent1>
        <a:srgbClr val="C9F23A"/>
      </a:accent1>
      <a:accent2>
        <a:srgbClr val="22D3EE"/>
      </a:accent2>
      <a:accent3>
        <a:srgbClr val="667085"/>
      </a:accent3>
      <a:accent4>
        <a:srgbClr val="111827"/>
      </a:accent4>
      <a:accent5>
        <a:srgbClr val="F8FAFC"/>
      </a:accent5>
      <a:accent6>
        <a:srgbClr val="D7DCE5"/>
      </a:accent6>
      <a:hlink>
        <a:srgbClr val="22D3EE"/>
      </a:hlink>
      <a:folHlink>
        <a:srgbClr val="22D3EE"/>
      </a:folHlink>
    </a:clrScheme>
    <a:fontScheme name="Segoe">
      <a:majorFont>
        <a:latin typeface="Segoe UI Semibold"/>
      </a:majorFont>
      <a:minorFont>
        <a:latin typeface="Segoe U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6</Slides>
</Properties>
</file>

<file path=docProps/core.xml><?xml version="1.0" encoding="utf-8"?>
<cp:coreProperties xmlns:cp="http://schemas.openxmlformats.org/package/2006/metadata/core-properties" xmlns:dc="http://purl.org/dc/elements/1.1/">
  <dc:title>KataPult Product Showcase</dc:title>
  <dc:creator>Codex</dc:creator>
</cp:coreProperties>
</file>