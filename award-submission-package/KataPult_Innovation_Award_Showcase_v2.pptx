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01.png"/><Relationship Id="rId100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02.png"/><Relationship Id="rId100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03.png"/><Relationship Id="rId100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04.png"/><Relationship Id="rId100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05.png"/><Relationship Id="rId100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06.png"/><Relationship Id="rId100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07.png"/><Relationship Id="rId100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08.png"/><Relationship Id="rId100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09.png"/><Relationship Id="rId100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Relationship Id="rId100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Relationship Id="rId10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Rend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taPult V2">
  <a:themeElements>
    <a:clrScheme name="KataPult V2">
      <a:dk1>
        <a:srgbClr val="111827"/>
      </a:dk1>
      <a:lt1>
        <a:srgbClr val="FFFFFF"/>
      </a:lt1>
      <a:accent1>
        <a:srgbClr val="C9F23A"/>
      </a:accent1>
      <a:accent2>
        <a:srgbClr val="22D3EE"/>
      </a:accent2>
      <a:accent3>
        <a:srgbClr val="7C5CFF"/>
      </a:accent3>
      <a:accent4>
        <a:srgbClr val="FB923C"/>
      </a:accent4>
      <a:accent5>
        <a:srgbClr val="22C55E"/>
      </a:accent5>
      <a:accent6>
        <a:srgbClr val="667085"/>
      </a:accent6>
      <a:hlink>
        <a:srgbClr val="22D3EE"/>
      </a:hlink>
      <a:folHlink>
        <a:srgbClr val="7C5CFF"/>
      </a:folHlink>
    </a:clrScheme>
    <a:fontScheme name="Segoe">
      <a:majorFont>
        <a:latin typeface="Segoe UI Semibold"/>
      </a:majorFont>
      <a:minorFont>
        <a:latin typeface="Segoe U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11</Slides>
</Properties>
</file>

<file path=docProps/core.xml><?xml version="1.0" encoding="utf-8"?>
<cp:coreProperties xmlns:cp="http://schemas.openxmlformats.org/package/2006/metadata/core-properties" xmlns:dc="http://purl.org/dc/elements/1.1/">
  <dc:title>KataPult Innovation Award Showcase v2</dc:title>
  <dc:creator>Codex</dc:creator>
</cp:coreProperties>
</file>